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15A8-1940-90F9-8F0A-E02A4E2DD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FC04F-300D-71DB-E07B-47483C219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31B26-65A8-1AAB-FFCB-6C38DFF4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AB683-BDFD-4B84-A8B5-8A1A1625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4784E-AC8F-560C-6F04-D5FC139E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B335-32F6-9E78-DE42-97F55A8F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CB7B-8668-F1F5-AF6B-46482481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F2041-2411-602A-E3DC-D1401C46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4414B-CA60-CECD-985D-291E9F40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9C017-B64D-1644-6955-41E1B726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6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76E4-F2A2-453B-5C92-FA236DCF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E178F-6D24-9189-AAFD-AA3AF039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49FC4-ED5D-43C2-E038-2EFD17E3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B4FD-1200-4C82-1B44-13EC2CEB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FF96B-A9D8-9A4B-BD81-78B1FAAF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C589-64DD-88D8-FB32-93226461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B517A-35D7-B869-5BAD-06543718E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A8D04-B7FB-1BD9-1E72-227352A5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05A9E-3B21-6550-0927-DB93A752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10580-B429-5170-3967-BA8910F3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EABF-16DC-D5DA-4678-2B6C03FF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7BCC-2771-7FCD-7E6A-F57BAA3D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33391-E92D-3B26-81E6-2CD9F0A07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75FD7-BF90-C58B-EC52-B66107748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E6235-B7F7-50E3-58DA-23156DF20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9E439-78E4-8FC7-0B22-04FE2292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1CEC7-EE8C-A46D-D883-7321A4A5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3BC99A-8F5B-55BB-A453-6E8F4A42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70378-C1FD-5AE3-5C5E-FEF64E7D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8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A2E2-304A-CA79-DF4B-EC62231C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3801A-45F3-D920-1DC1-F8361A8E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F6FFA-7696-967F-0D6E-792D03D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D43F6-7EE1-787F-D6C7-30ECF5A1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5C94-3E33-A9DD-6419-03C3E440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D1858-D708-BEF8-641E-E399122E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A36BE-891D-6FDE-BBFB-80989A74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3BC2-410A-1F09-4049-DCC8D358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5FFDA-FC78-E2DA-DC66-844809A71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9FABA-5C5D-9644-A21A-9D44053A7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B14BD-CC82-1747-01E4-9EF273F7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3BF93-738C-6DAD-FDCB-170096BF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DAD87-DBE7-CF4B-C91B-11EF8CA2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0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0660-8AC5-A042-FDDF-E4C71DED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C06F7-D8EA-795C-438A-B16B242BA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D180F-8191-0BEB-1AC3-65C72957C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A5C1A-69E0-D46B-714A-0FBF9C94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34E12-68B1-CD5A-B1C0-32A72BF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A4149-A022-2660-3598-145537293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9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52B1-74C0-0307-9264-7E080E90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6CEDB-B79D-6AC3-4C40-2A5D90099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44F8-03C4-3005-853E-75756C5A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1BFFE-3755-B8C0-D1AA-A2BA8A42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2A553-AC63-9535-CBD9-54A0193D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EBC96C-A37C-7C17-7AAB-FDBE0454A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D9D75-797B-88B0-20CC-ADB3EAF18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7CA00-006B-5230-1DDD-E5B66C73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9A9D-3717-28A5-01A5-283D9BD3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20C0-0F47-CAB2-14AE-9F15AFAB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4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7637C-0638-80A9-CA3D-691F27D1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F4678-4E3A-4328-F055-DB56E82E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C5B49-3103-7283-BE5D-79C29B027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1B26F-AE35-304C-B1A4-4A74925094F0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45E4B-6B83-619A-03F1-A76FC10C4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B7EFE-7435-FED3-C53D-14AB1092A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748ED-AC4B-C743-9AB9-2CDFD839F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8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DB2F66-2011-2A16-9BC7-0A672E54B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832377"/>
            <a:ext cx="7772400" cy="1166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B5566-D5CC-78CC-2700-B5623807D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546" y="356000"/>
            <a:ext cx="4944762" cy="1614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9C916-B125-E943-3540-29411CCF8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764382"/>
            <a:ext cx="7772400" cy="291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6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Graves, John A</dc:creator>
  <cp:lastModifiedBy>Graves, John A</cp:lastModifiedBy>
  <cp:revision>1</cp:revision>
  <dcterms:created xsi:type="dcterms:W3CDTF">2025-07-07T20:46:59Z</dcterms:created>
  <dcterms:modified xsi:type="dcterms:W3CDTF">2025-07-07T20:48:24Z</dcterms:modified>
</cp:coreProperties>
</file>